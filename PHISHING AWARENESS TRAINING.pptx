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Petrona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" Target="slides/slide1.xml"/><Relationship Id="rId19" Type="http://schemas.openxmlformats.org/officeDocument/2006/relationships/font" Target="fonts/Petrona-bold.fntdata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.jp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496119" y="1997497"/>
            <a:ext cx="8151763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PHISHING AWARENESS TRAINING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96119" y="2519363"/>
            <a:ext cx="8151763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CodeAlpha Cyber Security Internship — Task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496119" y="1628626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What is Phishing?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284288"/>
            <a:ext cx="753740" cy="46583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/>
          <p:nvPr/>
        </p:nvSpPr>
        <p:spPr>
          <a:xfrm>
            <a:off x="1427038" y="2284288"/>
            <a:ext cx="1668214" cy="465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Social engineering attack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427038" y="2834432"/>
            <a:ext cx="166821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Deceptive messages that trick people into unsafe 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284288"/>
            <a:ext cx="753740" cy="4658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4203353" y="2284288"/>
            <a:ext cx="166821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Delivery channels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203353" y="2601888"/>
            <a:ext cx="166821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Email, SMS, social media, phone calls, fake websites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284288"/>
            <a:ext cx="753740" cy="46583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6979667" y="2284288"/>
            <a:ext cx="166821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Attacker goals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979667" y="2601888"/>
            <a:ext cx="166821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Steal passwords, money, accounts, or system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496119" y="799356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Common Types of Phishing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5501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496119" y="1986558"/>
            <a:ext cx="259913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Email Phishing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96119" y="2304157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Mass or deceptive emails creating urgency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145501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3272433" y="1986558"/>
            <a:ext cx="259913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Spear Phishing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272433" y="2304157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Targeted, personalized attacks against an individual or org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145501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6048747" y="1986558"/>
            <a:ext cx="259913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Smishing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048747" y="2304157"/>
            <a:ext cx="259913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Phishing via SMS or messaging apps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041303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96119" y="3572842"/>
            <a:ext cx="259913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Vishing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96119" y="3890442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Voice calls impersonating trusted parties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2433" y="3041303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3272433" y="3572842"/>
            <a:ext cx="2599134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Fake Websites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272433" y="3890442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Imitation login/payment pages to capture credentials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496119" y="1577727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How to Recognize a Phishing Email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96119" y="2233389"/>
            <a:ext cx="8151763" cy="133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Inspect sender address for odd domains or misspellings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Flag messages that create urgent threats (suspension, pay now)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Never open unexpected attachments or links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Hover links to preview destination before clicking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Questions asking for passwords, payments, or codes = red flag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496119" y="1577727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How to Recognize a Fake Website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96119" y="2233389"/>
            <a:ext cx="8151763" cy="133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Check full domain carefully — look for extra characters or substitutions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Padlock ≠ safety alone; check certificate &amp; domain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 wary when asked suddenly for sensitive info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 services from official bookmarks or typed URLs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Poor design, odd content, or redirects are warning signs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496119" y="1335584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Social Engineering Tactics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496119" y="1991246"/>
            <a:ext cx="2622724" cy="837456"/>
          </a:xfrm>
          <a:prstGeom prst="roundRect">
            <a:avLst>
              <a:gd fmla="val 7110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642640" y="2137767"/>
            <a:ext cx="2329681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Urgency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642640" y="2455366"/>
            <a:ext cx="232968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Pressure to act now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3260601" y="1991246"/>
            <a:ext cx="2622724" cy="837456"/>
          </a:xfrm>
          <a:prstGeom prst="roundRect">
            <a:avLst>
              <a:gd fmla="val 7110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3407122" y="2137767"/>
            <a:ext cx="2329681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3407122" y="2455366"/>
            <a:ext cx="232968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Threats like suspension or fines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025083" y="1991246"/>
            <a:ext cx="2622724" cy="837456"/>
          </a:xfrm>
          <a:prstGeom prst="roundRect">
            <a:avLst>
              <a:gd fmla="val 7110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6171605" y="2137767"/>
            <a:ext cx="2329681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Authority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6171605" y="2455366"/>
            <a:ext cx="232968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Pretend to be managers, IT, banks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496119" y="2970461"/>
            <a:ext cx="4004965" cy="837456"/>
          </a:xfrm>
          <a:prstGeom prst="roundRect">
            <a:avLst>
              <a:gd fmla="val 7110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642640" y="3116982"/>
            <a:ext cx="3711922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Curiosity / Reward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642640" y="3434581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Prizes, invoices, or secret info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642842" y="2970461"/>
            <a:ext cx="4004965" cy="837456"/>
          </a:xfrm>
          <a:prstGeom prst="roundRect">
            <a:avLst>
              <a:gd fmla="val 7110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4789363" y="3116982"/>
            <a:ext cx="3711922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4789363" y="3434581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Familiar names, logos, or shared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/>
        </p:nvSpPr>
        <p:spPr>
          <a:xfrm>
            <a:off x="496119" y="1439540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Best Practices to Stay Safe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496119" y="2095202"/>
            <a:ext cx="8151763" cy="1608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strong, unique passwords + password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Enable multi-factor authentication (MFA) everywhere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Verify unusual requests via trusted contact channels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OS, browsers, and security software updated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Never share passwords or OTPs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Report suspicious messages immediately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/>
          <p:nvPr/>
        </p:nvSpPr>
        <p:spPr>
          <a:xfrm>
            <a:off x="496119" y="1336700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Real-World Example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496119" y="1921446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Scenario: "Account will be locked — verify now" with familiar logo and login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307729"/>
            <a:ext cx="4004965" cy="149899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2413508" y="2414067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Petron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656927" y="2874690"/>
            <a:ext cx="3683347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What to look for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656927" y="3192289"/>
            <a:ext cx="36833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Familiar logo, link opens lookalike page, domain slightly off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2307729"/>
            <a:ext cx="4005039" cy="149899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6560232" y="2414067"/>
            <a:ext cx="170111" cy="212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etron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803651" y="2874690"/>
            <a:ext cx="3683422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Correct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4803651" y="3192289"/>
            <a:ext cx="36834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enter credentials. Close page. Verify via official site or support.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496119" y="1374056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Quick Quiz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496119" y="1958801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543967" y="1978744"/>
            <a:ext cx="223242" cy="27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Petrona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956816" y="2007468"/>
            <a:ext cx="7691065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956816" y="2325067"/>
            <a:ext cx="76910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Unexpected email asks you to click and verify password — what do you do?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96119" y="2835399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D8AFF8"/>
          </a:solidFill>
          <a:ln cap="flat" cmpd="sng" w="9525">
            <a:solidFill>
              <a:srgbClr val="BE9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543967" y="2855342"/>
            <a:ext cx="223242" cy="27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Petrona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956816" y="2884066"/>
            <a:ext cx="7691065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956816" y="3201665"/>
            <a:ext cx="76910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Which is a warning sign? (urgency, OTP request, odd sender)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496119" y="3587948"/>
            <a:ext cx="8608963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Answers on next card — think first, verify always.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/>
        </p:nvSpPr>
        <p:spPr>
          <a:xfrm>
            <a:off x="496119" y="1058019"/>
            <a:ext cx="8151763" cy="37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Quiz Answers &amp; Key Takeaways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13681"/>
            <a:ext cx="1156246" cy="115624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1829544" y="1713681"/>
            <a:ext cx="265382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Q1 — Answer: Verify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829544" y="2031281"/>
            <a:ext cx="26538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click. Verify the request through official channels.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1713681"/>
            <a:ext cx="1156320" cy="115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5994053" y="1713681"/>
            <a:ext cx="265382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Q2 — Answer: All of the above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5994053" y="2031281"/>
            <a:ext cx="26538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Urgency, OTP requests, and unusual senders are red flags.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96119" y="3029471"/>
            <a:ext cx="815176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Stop &amp; verify before clicking links or opening attachments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Never share passwords or one-time codes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Report suspicious activity quickly — follow incident process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Stay alert: phishing tactics evolve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